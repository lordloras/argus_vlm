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8b347fb1f041f4" /><Relationship Type="http://schemas.openxmlformats.org/officeDocument/2006/relationships/extended-properties" Target="/docProps/app.xml" Id="R0a3c4a83c9e4407d" /><Relationship Type="http://schemas.openxmlformats.org/officeDocument/2006/relationships/officeDocument" Target="/ppt/presentation.xml" Id="Rd75e30549210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12507b9dd4032"/>
  </p:sldMasterIdLst>
  <p:notesMasterIdLst>
    <p:notesMasterId xmlns:r="http://schemas.openxmlformats.org/officeDocument/2006/relationships" r:id="Ra0cf31ca2e694665"/>
  </p:notesMasterIdLst>
  <p:sldIdLst>
    <p:sldId xmlns:r="http://schemas.openxmlformats.org/officeDocument/2006/relationships" id="256" r:id="Ra031fb888c144628"/>
    <p:sldId xmlns:r="http://schemas.openxmlformats.org/officeDocument/2006/relationships" id="257" r:id="Rc08671fb9f444cd3"/>
    <p:sldId xmlns:r="http://schemas.openxmlformats.org/officeDocument/2006/relationships" id="258" r:id="R2a047985ecd24c16"/>
    <p:sldId xmlns:r="http://schemas.openxmlformats.org/officeDocument/2006/relationships" id="259" r:id="R6a140f0524e144bf"/>
    <p:sldId xmlns:r="http://schemas.openxmlformats.org/officeDocument/2006/relationships" id="260" r:id="R4ed8f0e439f0456b"/>
    <p:sldId xmlns:r="http://schemas.openxmlformats.org/officeDocument/2006/relationships" id="261" r:id="R207de1c0d17c4d9a"/>
    <p:sldId xmlns:r="http://schemas.openxmlformats.org/officeDocument/2006/relationships" id="262" r:id="R3cf3871e7f2145ad"/>
    <p:sldId xmlns:r="http://schemas.openxmlformats.org/officeDocument/2006/relationships" id="263" r:id="Rad4d791af5a0405f"/>
    <p:sldId xmlns:r="http://schemas.openxmlformats.org/officeDocument/2006/relationships" id="264" r:id="R62e54cce81ee4bd9"/>
    <p:sldId xmlns:r="http://schemas.openxmlformats.org/officeDocument/2006/relationships" id="265" r:id="Rb3d19e8d42cc4f51"/>
    <p:sldId xmlns:r="http://schemas.openxmlformats.org/officeDocument/2006/relationships" id="266" r:id="R60cce238ea4d4a0f"/>
    <p:sldId xmlns:r="http://schemas.openxmlformats.org/officeDocument/2006/relationships" id="267" r:id="R8d901445cd9d49c9"/>
    <p:sldId xmlns:r="http://schemas.openxmlformats.org/officeDocument/2006/relationships" id="268" r:id="R5fa00a9b716247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e2939e1ff421f" /><Relationship Type="http://schemas.openxmlformats.org/officeDocument/2006/relationships/slideMaster" Target="/ppt/slideMasters/slideMaster1.xml" Id="R9c112507b9dd4032" /><Relationship Type="http://schemas.openxmlformats.org/officeDocument/2006/relationships/notesMaster" Target="/ppt/notesMasters/notesMaster1.xml" Id="Ra0cf31ca2e694665" /><Relationship Type="http://schemas.openxmlformats.org/officeDocument/2006/relationships/presProps" Target="/ppt/presProps.xml" Id="Rb9be7dc1b2ef4709" /><Relationship Type="http://schemas.openxmlformats.org/officeDocument/2006/relationships/viewProps" Target="/ppt/viewProps.xml" Id="R53e460591b084475" /><Relationship Type="http://schemas.openxmlformats.org/officeDocument/2006/relationships/tableStyles" Target="/ppt/tableStyles.xml" Id="R11c77d0967cb43d4" /><Relationship Type="http://schemas.openxmlformats.org/officeDocument/2006/relationships/slide" Target="/ppt/slides/slide1.xml" Id="Ra031fb888c144628" /><Relationship Type="http://schemas.openxmlformats.org/officeDocument/2006/relationships/slide" Target="/ppt/slides/slide2.xml" Id="Rc08671fb9f444cd3" /><Relationship Type="http://schemas.openxmlformats.org/officeDocument/2006/relationships/slide" Target="/ppt/slides/slide3.xml" Id="R2a047985ecd24c16" /><Relationship Type="http://schemas.openxmlformats.org/officeDocument/2006/relationships/slide" Target="/ppt/slides/slide4.xml" Id="R6a140f0524e144bf" /><Relationship Type="http://schemas.openxmlformats.org/officeDocument/2006/relationships/slide" Target="/ppt/slides/slide5.xml" Id="R4ed8f0e439f0456b" /><Relationship Type="http://schemas.openxmlformats.org/officeDocument/2006/relationships/slide" Target="/ppt/slides/slide6.xml" Id="R207de1c0d17c4d9a" /><Relationship Type="http://schemas.openxmlformats.org/officeDocument/2006/relationships/slide" Target="/ppt/slides/slide7.xml" Id="R3cf3871e7f2145ad" /><Relationship Type="http://schemas.openxmlformats.org/officeDocument/2006/relationships/slide" Target="/ppt/slides/slide8.xml" Id="Rad4d791af5a0405f" /><Relationship Type="http://schemas.openxmlformats.org/officeDocument/2006/relationships/slide" Target="/ppt/slides/slide9.xml" Id="R62e54cce81ee4bd9" /><Relationship Type="http://schemas.openxmlformats.org/officeDocument/2006/relationships/slide" Target="/ppt/slides/slide10.xml" Id="Rb3d19e8d42cc4f51" /><Relationship Type="http://schemas.openxmlformats.org/officeDocument/2006/relationships/slide" Target="/ppt/slides/slide11.xml" Id="R60cce238ea4d4a0f" /><Relationship Type="http://schemas.openxmlformats.org/officeDocument/2006/relationships/slide" Target="/ppt/slides/slide12.xml" Id="R8d901445cd9d49c9" /><Relationship Type="http://schemas.openxmlformats.org/officeDocument/2006/relationships/slide" Target="/ppt/slides/slide13.xml" Id="R5fa00a9b7162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464b7c720c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789d8bc8445e7" /><Relationship Type="http://schemas.openxmlformats.org/officeDocument/2006/relationships/notesMaster" Target="/ppt/notesMasters/notesMaster1.xml" Id="Rb6e4862a9be0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d89c945894d69" /><Relationship Type="http://schemas.openxmlformats.org/officeDocument/2006/relationships/notesMaster" Target="/ppt/notesMasters/notesMaster1.xml" Id="R072bd2518237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948e0f850941dd" /><Relationship Type="http://schemas.openxmlformats.org/officeDocument/2006/relationships/notesMaster" Target="/ppt/notesMasters/notesMaster1.xml" Id="Rcf35b7686e6847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e28b893884a90" /><Relationship Type="http://schemas.openxmlformats.org/officeDocument/2006/relationships/notesMaster" Target="/ppt/notesMasters/notesMaster1.xml" Id="Rc065778a39a3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7eeb77a2034bfc" /><Relationship Type="http://schemas.openxmlformats.org/officeDocument/2006/relationships/notesMaster" Target="/ppt/notesMasters/notesMaster1.xml" Id="R4cadb133831440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b0c04d3024805" /><Relationship Type="http://schemas.openxmlformats.org/officeDocument/2006/relationships/notesMaster" Target="/ppt/notesMasters/notesMaster1.xml" Id="R40f021c02e384c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d9495d31844579" /><Relationship Type="http://schemas.openxmlformats.org/officeDocument/2006/relationships/notesMaster" Target="/ppt/notesMasters/notesMaster1.xml" Id="Ra5610344296f42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8dd64cb72649bc" /><Relationship Type="http://schemas.openxmlformats.org/officeDocument/2006/relationships/notesMaster" Target="/ppt/notesMasters/notesMaster1.xml" Id="Rb6fa55acb89146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1e74827adc425f" /><Relationship Type="http://schemas.openxmlformats.org/officeDocument/2006/relationships/notesMaster" Target="/ppt/notesMasters/notesMaster1.xml" Id="R4bd9202917ee41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653483c3b04014" /><Relationship Type="http://schemas.openxmlformats.org/officeDocument/2006/relationships/notesMaster" Target="/ppt/notesMasters/notesMaster1.xml" Id="Rcb43a0273fbe4a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a8fb17ecf34a0d" /><Relationship Type="http://schemas.openxmlformats.org/officeDocument/2006/relationships/notesMaster" Target="/ppt/notesMasters/notesMaster1.xml" Id="R35014e6b2b424a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9190d6da5045bb" /><Relationship Type="http://schemas.openxmlformats.org/officeDocument/2006/relationships/notesMaster" Target="/ppt/notesMasters/notesMaster1.xml" Id="R8ef36755b7cd4e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72ee5c6b234ae4" /><Relationship Type="http://schemas.openxmlformats.org/officeDocument/2006/relationships/notesMaster" Target="/ppt/notesMasters/notesMaster1.xml" Id="Rcbaf298708eb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72bbe737e46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31147580ca4ccd" /><Relationship Type="http://schemas.openxmlformats.org/officeDocument/2006/relationships/slideLayout" Target="/ppt/slideLayouts/slideLayout1.xml" Id="R849b9f841721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b9f841721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b31dd0d0c4b9c" /><Relationship Type="http://schemas.openxmlformats.org/officeDocument/2006/relationships/image" Target="/ppt/media/image.jpeg" Id="R3fd8c5428743451c" /><Relationship Type="http://schemas.openxmlformats.org/officeDocument/2006/relationships/image" Target="/ppt/media/image.png" Id="R912f9a61fcb44b45" /><Relationship Type="http://schemas.openxmlformats.org/officeDocument/2006/relationships/notesSlide" Target="/ppt/notesSlides/notesSlide1.xml" Id="R9809a56d228747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e4878b82488c" /><Relationship Type="http://schemas.openxmlformats.org/officeDocument/2006/relationships/notesSlide" Target="/ppt/notesSlides/notesSlide2.xml" Id="R624bc26b6e49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88f2eb8f64004" /><Relationship Type="http://schemas.openxmlformats.org/officeDocument/2006/relationships/notesSlide" Target="/ppt/notesSlides/notesSlide3.xml" Id="Rd8c615c8b2a74b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769f95e69499f" /><Relationship Type="http://schemas.openxmlformats.org/officeDocument/2006/relationships/notesSlide" Target="/ppt/notesSlides/notesSlide4.xml" Id="Rb7acc64e87a041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9a455a5f4466" /><Relationship Type="http://schemas.openxmlformats.org/officeDocument/2006/relationships/notesSlide" Target="/ppt/notesSlides/notesSlide5.xml" Id="Rb29fea03add4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e77325be04fcd" /><Relationship Type="http://schemas.openxmlformats.org/officeDocument/2006/relationships/image" Target="/ppt/media/image2.png" Id="R5865847ef2674598" /><Relationship Type="http://schemas.openxmlformats.org/officeDocument/2006/relationships/notesSlide" Target="/ppt/notesSlides/notesSlide6.xml" Id="R55256dd129a140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1ea93ebe4453a" /><Relationship Type="http://schemas.openxmlformats.org/officeDocument/2006/relationships/image" Target="/ppt/media/image3.png" Id="R2e7eaf22c4474b76" /><Relationship Type="http://schemas.openxmlformats.org/officeDocument/2006/relationships/notesSlide" Target="/ppt/notesSlides/notesSlide7.xml" Id="Rf8c8f48b9f3447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91869503f46c1" /><Relationship Type="http://schemas.openxmlformats.org/officeDocument/2006/relationships/image" Target="/ppt/media/image4.png" Id="Rea85b24b73514f12" /><Relationship Type="http://schemas.openxmlformats.org/officeDocument/2006/relationships/notesSlide" Target="/ppt/notesSlides/notesSlide8.xml" Id="Re94ea36e59bb4e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a98a756e34913" /><Relationship Type="http://schemas.openxmlformats.org/officeDocument/2006/relationships/image" Target="/ppt/media/image5.png" Id="Rd4eaf942e5e5418b" /><Relationship Type="http://schemas.openxmlformats.org/officeDocument/2006/relationships/notesSlide" Target="/ppt/notesSlides/notesSlide9.xml" Id="Raa565f8711d6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be6e4fc4447c5" /><Relationship Type="http://schemas.openxmlformats.org/officeDocument/2006/relationships/image" Target="/ppt/media/image6.png" Id="R73099c06e5474b0e" /><Relationship Type="http://schemas.openxmlformats.org/officeDocument/2006/relationships/notesSlide" Target="/ppt/notesSlides/notesSlide10.xml" Id="Rf0d5a44d18cb46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a5a1daf464c56" /><Relationship Type="http://schemas.openxmlformats.org/officeDocument/2006/relationships/image" Target="/ppt/media/image7.png" Id="R456f96c02e284a76" /><Relationship Type="http://schemas.openxmlformats.org/officeDocument/2006/relationships/notesSlide" Target="/ppt/notesSlides/notesSlide11.xml" Id="Ra9d712ea1e2f43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33779b3b14b0d" /><Relationship Type="http://schemas.openxmlformats.org/officeDocument/2006/relationships/image" Target="/ppt/media/image8.png" Id="Rb71690491eb8454b" /><Relationship Type="http://schemas.openxmlformats.org/officeDocument/2006/relationships/image" Target="/ppt/media/image9.png" Id="R7acd146244674c32" /><Relationship Type="http://schemas.openxmlformats.org/officeDocument/2006/relationships/notesSlide" Target="/ppt/notesSlides/notesSlide12.xml" Id="R4336435016194e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99231be94ce0" /><Relationship Type="http://schemas.openxmlformats.org/officeDocument/2006/relationships/notesSlide" Target="/ppt/notesSlides/notesSlide13.xml" Id="R98c1cf6be59247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8c5428743451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097C5-F12F-469E-9A85-69BE71C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237CA-306B-4AAB-A392-3644B98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B">
                  <a:alpha val="93333"/>
                </a:srgbClr>
              </a:gs>
              <a:gs pos="100000">
                <a:srgbClr val="05070B">
                  <a:alpha val="4000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f9a61fcb44b45"/>
          <a:stretch xmlns:a="http://schemas.openxmlformats.org/drawingml/2006/main"/>
        </p:blipFill>
        <p:spPr>
          <a:xfrm xmlns:a="http://schemas.openxmlformats.org/drawingml/2006/main">
            <a:off x="685800" y="5524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AD978-3D3E-4663-8DAE-08CEA54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0DA7-34DA-40C0-9711-BE9C91FA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INTERNAL SHOWCASE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FABA-283E-411F-B85B-59B149D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ARGUS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8FAE9-A543-4209-B024-5422A52E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Local multimodal ad intelligence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B709B-FC8D-455B-86DD-EF26CC9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676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Как видео реклама се превръща в searchable evidence, campaigns и read-only agent answers.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F916F-B9AC-4DDA-9B3A-D5A92A1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3327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C9C00-5D33-4274-8D2C-84A2A391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80467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local-first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0D3D3-0BA2-481A-BF40-8F7046A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472" y="4495800"/>
            <a:ext cx="8869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184BE-649F-4FC3-A74F-7E7887B4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72" y="4552950"/>
            <a:ext cx="6583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OCR + VLM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0478E-7B1A-4591-9699-193EB6C1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495800"/>
            <a:ext cx="1472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AC0F4-77EA-4476-8053-DB4F7C4F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552950"/>
            <a:ext cx="124358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FTS5 + sqlite-vec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8BA91-AD9A-4C09-A6D7-71081B2C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224" y="4495800"/>
            <a:ext cx="154533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66449-D055-4F9F-8AB1-8DAA3EE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524" y="4552950"/>
            <a:ext cx="131673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tool-calling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D70EB-F377-4182-B40B-0148DC39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E16">
              <a:alpha val="86667"/>
            </a:srgbClr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98FC9-6B92-44A0-AE26-0458A1E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Short demo arc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8D11D-94D5-4D0B-8BAD-5DB4114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Upload -&gt; evidence -&gt; retrieval -&gt;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33404-91C1-4664-865A-8559418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68B92-AF0B-4842-A63A-80FA97B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6196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0BF1D3-9302-4ADD-92B4-99A85C7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1AE63-1F02-4F60-A5DA-1EF1C14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F9936-35CA-4D0A-9550-6811607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82B68-4360-42F2-A141-976C24C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620E5-0FCE-42F9-8450-53BC211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4BFD7-CE1F-46DB-9638-0D145FCD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466D0-BA77-4CEB-B56C-21B52AE3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3529-D92B-48FB-9F9C-E26E8B3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C188A-30F1-44CF-8A93-C862363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5392A-E275-4C39-9AF1-B69406A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9A3A7-197C-4DFF-8B7F-7E657C2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05E8D-AB2B-4EE5-8A9A-1B5BA251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704EF-66BF-4232-8D8E-4634BA7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8C1AA-1BCA-4683-9FA7-25B483C8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8687F-C759-437A-88FB-7D3C813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33D31-6482-4CE2-B4F0-C456C44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D49A2-1956-4861-809D-6632EF8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8A74D-A60A-40F7-AA15-B21C623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83641-8B1C-4915-8B96-755D6845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36501-6BCB-4CE7-9B9C-30BB3ADA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36480-FCA2-43CF-BD52-B02D391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10032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25500-A436-4268-8A09-9D16390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87172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WHY IT EXISTS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84E42-C27F-467E-B8D1-85228C71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ARGUS прави рекламите queryable, не просто гледани.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63015-2ABB-48D0-9FC1-854470B1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Целта е analyst workflow: от raw clip към структурирана база, която може да се търси, сравнява и обяснява.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15A08-33EF-43FE-96C2-F6422465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892DA-1BC7-46B9-BE06-7EF1F66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3D2DD-D32C-490E-BFCF-D5BC4D49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Raw ad clip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83721-DFD1-4385-9262-FA39B65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82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MP4 / MOV / WebM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frames + audio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7F5F2-FFBB-4509-A0B6-DD2E381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16DF23-DAE8-4C4F-87C2-2544BED4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BF1201-C857-477B-B5E4-3F15D0E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Evidence pipeline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9C03B-5748-41D5-9D56-5AC25912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3840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Whisper transcript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PaddleOCR / GLM-OCR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rules + timestamps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VLM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24B977-673D-4A07-BFD2-183887C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24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B0CA6-D6C5-494A-B1A8-FC7250F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EBB679-A0B4-48D8-AAA7-86977012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Structured record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C48492-F177-4A6E-BCE6-79EE074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category, entities,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risks, campaigns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D2EF6-C2F3-4B77-9E8E-0ACF8778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F985AD-BE31-4793-AA93-0FA5B9C0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2207DF-8CB5-457D-9E6F-4A17397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6436F5-A8CD-4A35-BB0F-04F7D193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OCR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E8AE93-8970-4936-9DCA-64430F0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visible 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0A1544-6EF1-4A21-B643-3BA18B7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CBFB9A-F5AC-4A56-BF78-66E741D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957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VLM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C8393-AE93-4A87-ACA6-AAECAE0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29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semantic verification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6122E5-A281-4F75-9D6E-C61D16C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46488F-07D4-4DD5-8C65-3DDFCB3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957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384d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30686F-5E82-4F3C-87CC-C3C1A40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text embeddings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AE2A0B-786D-4A81-8181-FFEA222A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65630E-AB6E-4864-8371-A85725C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768d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21D81D-5C5E-4A9A-9686-8156621D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visual embeddings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6BD132-B43C-45A6-98B4-07E4D12F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45E7F-AF58-4B08-BDD2-2ECCA71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Output за екипа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CFE356-71B3-4F49-9369-E33D4C7E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AA92D2-10A3-4224-B8FB-07DCAC1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по-бърз 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450708-3E84-4607-9612-8CC53BE2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2A8687-B2BD-4EE3-A88D-A0CB5BE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529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повторяеми campaigns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A70486-58F9-4389-AF85-F7775A16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48C361-2B18-41DD-AC2D-A4CB6C5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91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audit trail по timestamp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4139D9-FD7A-4325-81E7-28A8121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254506-24FD-4370-87ED-2099D53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98373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A5C19-A561-427A-97D2-2BBE9D8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70F2D-5BD9-4B47-9EBE-F95A8CE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91A43-02CA-48ED-8426-C8328B3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801CC-5484-421C-9D85-6BE4671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27750-CA62-4F98-BB5C-0F59122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66F81-0F2B-4FB3-8AAD-AAD485C8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EA321-930D-4DF4-B394-8807C119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6CBBE-EB67-4538-9619-910ABAAE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E91EE-EBF6-4464-9133-A6F4917F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05A2-92C6-4DA9-BD5C-34A59E8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7EB3-F870-4A0E-AC7F-68578215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98195-15B2-4D94-A1D4-616B3A5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6C8F7-AFCE-4F26-A915-131740DF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E8E3F-AE6E-4FBF-9B3C-96AE4E1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EEB70-3F2C-4577-B73C-8D426E4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4794-B076-43C6-ACD0-DC7080C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A4A3C-C295-4261-94AA-47A9411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D04DE-752A-41C8-8581-BA0FDB2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B15E8-1C75-4677-8BA8-38F75C4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7C24E-923C-433B-B51A-0769813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D6BCF-C166-40F6-9B02-BE37718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99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44279-2C20-4143-8EC4-0596F1EE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6705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SYSTEM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CBC94-5DF3-4F90-BB4B-B00D79D0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Frontend-ът е decoupled; pipeline-ът и API-то са системата.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C04CF-9288-4F59-AACA-DE16D12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Това позволява backend/worker да останат local-first, докато UI-то е само JSON/SSE client.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2BEAD-7DB0-4078-B282-593572A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FC0C6-C0EE-4212-AB6B-98D4975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02788-22D9-45EB-A94A-64B9A9AC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402B6-C554-4A80-98D7-1CE6510D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Vite + React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Upload, Library, Search,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Campaigns, Agent, Settings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09E9D-FF10-4793-A778-BC08DC1A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9EDE9-1BDC-497C-A758-2C185519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519EB-CD68-449F-90A2-D770D52E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18F6A-18B9-4F59-80FC-BFA8FAA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957AFF-FA1D-49F8-96D3-626FB183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OpenAPI surface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Jobs + SSE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read-only public endpoints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5B7FD-4B8D-4EDD-B097-0DF4362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41248-04FE-42D7-8C0F-D3DD2A9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0B4147-E452-4BF1-B271-F614BA7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BFFEC-2D99-43FA-99CC-92777A55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95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E54F77-1E53-42EE-A68F-E3AD89E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restartable stages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OCR/VLM/embeddings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structured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369A91-D348-4CDE-A592-A0B674A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BB8635-4E98-4EA8-981D-838ABC3D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94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9339B1-685F-4585-A7F8-206CDC8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64C2AC-CD80-44DC-AB6E-952FBF28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Local models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CD3B5D-B2D7-420D-B8FE-3A71AC2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Whisper, PaddleOCR,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Gemma/VLM, MiniLM,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SigLIP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F6C8BE-98BE-478F-8D05-6C21452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AF6A94-3A10-4CC5-B39C-A52147F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22BAE9-A946-4C13-8001-580E77E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9CF176-53BE-454A-BD8C-47FE964F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95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590C70-CE35-467A-B0D2-2EC8ED2D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ads, frames, OCR,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FTS5, sqlite-vec,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agent audit trail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03CDEC-2FB7-48C2-8811-DF2FEA0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942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17AF46-69D8-4C3E-B099-9DDD6E9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904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Architecture principle: deterministic evidence first, VLM verification second, retrieval and agent tools on persisted data.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7598C1-61F4-4B4C-AE3B-9D53976F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9A3C9B-5BF0-4016-AFDA-1EC4462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43856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271B6-A924-44D5-AFDC-CDBA263E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A6F1E-E28A-4D7B-84E2-A53E75DF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6F134-4976-4425-A1C0-2128734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85FB1-635E-4D55-AAAC-E7BD137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5D161-A668-4A6D-A76F-332D002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74A73-95D7-41B3-BFE1-06DE29F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EA40A-EC72-4B97-8668-BAEE250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A5C05-E8F7-4E74-9396-E076D264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B33C9-DC6D-4E33-92C1-003E28B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8D8C9-7492-4739-B060-7F52E01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C28A-204D-43B2-BFE9-6DFF69D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D0EA6-3992-44EC-A07E-79482C7E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7DCDE-C0F6-4E65-8B14-268992E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CCCAF-9714-428C-8A57-23C8593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2852B-CA80-400C-B2A1-DD83A47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DF533-FF3D-412D-A5B3-07580BA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36876-D166-4AB2-B2ED-8D9B2396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42FC5-F70E-446C-BF9E-B34142A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6EB39-A781-43E4-ABF1-FC5456F7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08654-68A5-49DB-8D7E-9E64539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2DB0A-6337-4943-9437-8EED9A3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0F507-A360-4E21-917F-EA5E1DF0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C3CB2-2779-4817-87BA-CFD35DA5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Всеки job минава през staged и observable pipeline.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A28CB-6829-4AFF-9FFA-2F04F9E0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Редът е важен: първо evidence и VLM classification, после embeddings и similarity enrichment.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84B9A-0BDE-4621-8C35-0DAF4B4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BD0E4-1FA6-4615-BDF1-44DA7540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03327-6635-4FE7-86D5-CCC0C11C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job + source hash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2432C-82A4-438F-8F19-6B3C774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48E88-E78A-4F56-97CE-F7EC89F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575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F49FE-C875-48B5-9AF8-35FAB7B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813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09141-440B-4037-BD1C-095BF9E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385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frames + audio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5BB52-8787-4E0A-9FFE-86A2C587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3B2DB-B905-4B17-AB51-F846A829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99C66-377D-492F-9D34-90DB4D2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C03DA-3A8F-4041-9EC1-111292C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raw visible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C67B87-0945-4465-9158-D88CE7D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6B0C85-BF4A-4DD8-970D-DC7F407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5D3130-1814-46BC-819E-6F83F0F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13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C189B0-FA04-4D3D-B369-234B002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deterministic triggers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C5A18C-8C6E-442D-B27A-20279362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0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F4B29D-22CD-485C-A4FE-36D72E4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4D2941-5650-44FC-A229-F75884A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VLM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165883-EDF5-4355-BBCE-0AB68F3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classification + entities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1FED13-35A2-4DBD-9D09-552EF5C8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7B6DE4-1B6C-4CA2-A906-9DD9F7A8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CB02F5-3E1A-440B-8BE8-74439BF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813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927243-4D28-4C94-8E86-E3D6714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MiniLM + SigLIP 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71AFBD-6B36-4A66-85E9-36A3A2F1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1E6698-12B8-44CB-8F2E-DC6B83A1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61E0A4-E923-4BFF-B4E0-CD6E7BC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050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Persist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8E7884-F4A5-4571-A05A-7288359C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62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SQLite + FTS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84D725-4010-4D5D-8021-5D3262F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2CC823-8C21-40ED-B36B-D23C423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575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84CC2E-7287-41E4-B78F-E5ED5229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8137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2A3A9E-970E-4DF2-8090-D41545E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385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search +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54E527-B7D8-4DB2-8631-78AF2280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71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247C7C-5BA0-4CEA-82F4-AB11EDC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Operational behavior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153D84-2381-4BA9-A9C2-6EC0A776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Progress events, warnings/fatal errors, cancel behavior, cached artifacts и re-run на downstream stages.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516031-F99C-4D1C-80D7-53D6D9A2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C1BD99-0A1A-45C1-81C5-5FFAA4A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05680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A5656-D62A-4F67-AC52-E1735B64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DDD63-24B5-484A-B4D9-0F304780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27464-BB4D-4670-A710-D182EAB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D17C1-1C9C-414B-92A0-C48C18AC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667C4-4D26-42AD-B448-FAFF6C9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67CE-20C8-4BD0-A4F7-73EBBEA0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55607-EB3C-4067-8230-38B9B14D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EAB33-CCB0-4671-A083-04F1B69C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8F24E-0C6A-49E8-BC81-3809280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EFAEF-4F86-4639-BCD1-0DE18EEF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6A740-D124-4AF7-9C5B-7E2F9A4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5412D-8404-4C60-9F92-78EDCF61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15F52-88E5-42DD-81C6-2E444DA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73752-264F-4314-89E0-15BB07D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3487A-EFDD-4E61-8704-66C71D91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4D526-2A2B-41AE-940A-F6A14DB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5A26F-89BA-4957-8826-2B11C4E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5EC83-3E48-4124-91F4-8037F92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43A96-9065-484D-B2C1-DA0884D9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1C5FF-9580-4689-B28A-2C937DC3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918AC-6945-403E-AB7F-E3E9F5B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36855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3FFEC-4197-4CA8-B0D4-63F04CA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1399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EVIDENCE-FIRST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63D96-F1E0-4417-AF7D-1C349886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VLM-ът не е single source of truth; той проверява evidence bundle.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BC87F-C821-4230-B5AE-FBEEB5C0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Системата пази raw OCR, transcript, rules и frame timestamps, после изисква grounded JSON output.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0242B-8163-4F3C-BF74-C7916B49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AB702-AF3D-4DD9-A16C-7E1ECD91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0C1F4-720C-4BFA-B8F1-C21E9F44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Frames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E9E53-3166-4D73-A968-B234064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selected keyframes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blur/dedup filtered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88653-5E64-4C3C-84CD-ABC68A1C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175B5-D31D-48E3-A3C5-12E8F92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53C37-88D2-45A1-9791-634FDAF2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Text signals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B30F57-9F2D-42F7-9E5B-0EE9B02A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OCR + transcript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raw sources preserved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9C01C-FE44-4161-B919-EF96DBC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90E57-472A-4BD2-A8A3-70A8C34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32A89-7B4A-465B-A4D2-0B9389B7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Evidence bundle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D4619-5D07-4574-8ECA-1CDD912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192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chronological context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rules + metadata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selected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51387-8CBB-424F-A3E8-F79D51E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E12027-C18A-4EE8-8ED7-5A2A949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9DFFC-FC88-4B2B-BF26-5650C50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5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VLM verifier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B5EF9E-3BB1-4E62-89C5-C5526BBE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category, entities,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conflicts,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3D456D-E4B7-4850-828C-94857A5F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B1AF0C-0302-4FEC-BFD9-6917ADD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46D201-C9C5-4305-9C3F-467BFE83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7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94B51-88C4-4120-88D1-7E8616D2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4340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allowed labels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observed fields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716AB6-3F98-48B7-A996-B76C5AF1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619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08BC81-9F41-4CC5-8C24-485EE608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Final JSON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F56DB3-23C2-4B59-BE13-BF0D569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D55808-90B2-4B95-9B0D-39E3C04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956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4F8F3-0B0C-46EC-B638-DB86B67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714F4E-86B1-47E6-A797-4338B55E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337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risk tags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F71067-D874-4E1B-B1C0-2D8064C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7AF087-D539-4A79-8B08-E1AD1A1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71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entities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285D65-10E5-4D7E-A5EF-C70DD26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0C6F1C-91AB-478C-BE8E-A644C6E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100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F7C078-B55E-4585-B902-8B8A150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1103F7-0664-45E0-A7AA-7268998A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481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related ads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DA8ECB-8302-4158-80D9-C2EE8CE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9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2D1D14-1FC9-41CD-9B77-928E8884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782057-C530-4B32-B2BB-37894F86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95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64D082-D6BE-4863-9492-130FA522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D65142-F91B-4C56-9447-1CF83FDA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0281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2C3EA-F188-4BB8-8A70-79B09674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95439-FD44-4B64-B9E1-5F6C4EA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C4ECF-886B-4033-A1BF-4070F5B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E6372-1D69-462C-AAFA-27E886D2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D3E25-2461-4DFE-AA26-B6725CB5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DFA1E-1DE2-48D0-9586-2823C964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4AEA0-AD33-4E8A-A547-336BE56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9B020-E083-4116-BC39-09373BA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B80D-EBA0-403F-9E66-85C96165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76225-0496-4AA4-937A-C5C0D304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08CEF-6CD9-49AC-93FB-C1F7A1B5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CA74-EA3E-44D4-B942-AF6AA44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8F421-41DE-4325-8B0D-3787117C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FC5B0-2048-418A-816C-F92DE76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8F24D-84FB-47B9-AD55-0607FDA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27E51-FD12-43CD-9D96-D283240D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037E0-1559-40F5-80D6-C9FA5E5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E0EBA-D205-4F60-9EF1-3EF5D37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94A06-2F24-4052-A4C4-18D4E70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FF48F-49A2-4D1D-8D3F-C252AA0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63558-E9CF-4F27-BCE6-AB42019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43560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36D84-1DD2-4FD8-9521-C83A8A1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2070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01 -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A60AF-A735-40BC-92D7-E303BCD7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Upload превръща клипа в наблюдаем job.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81179-2C83-4FFB-A811-B28E5AF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За demo-то това е входната точка: drag/drop, queue, progress, cancel и terminal error handling.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BB87C-B6E6-47F1-B68B-EA3EBB7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09794-C87E-450E-889F-1F1BDF99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3305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Приема MP4 / MOV / WebM и създава pipeline job.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B7D1C-9189-4E57-86E8-796A7230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BA6BB-2061-40F8-B703-F2C3CAC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305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SSE progress показва stage, message и fatal errors.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B94B5-9E8D-4FF7-A46D-59F718D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B31A9-5CCA-4E0B-A1EB-C467E44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3305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Recent jobs позволяват бързо връщане към завършени анализи.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ABC7C-015F-469F-A3B7-909ACE6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A6C05-7FC0-4C3E-8596-369AC24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3305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UI-то вече показва правилния ред: VLM -&gt; Embeddings.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B9B49-4640-424E-814B-57743D05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ED92C1-EFB9-47A0-ACBD-017F716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F2763-B14A-4640-AE9D-00A8F7B2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0C6E6-B1A9-4911-862B-E29F00E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86C340-6713-4F24-973B-D445FC57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97801D-D810-4F39-BD43-D649EF46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pipeline.log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5F867E-4164-4E2A-87C3-5FCF2B5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OK  ingest: frames + audio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B6FE21-EE88-4E17-B9CE-E81270FD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OK  OCR: PaddleOCR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EA680-870A-4FBD-B476-3532E437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VLM classification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0F32CF-CF75-42D8-90EA-50641B08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OK  embeddings: MiniLM + SigLIP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A04610-D97E-4DDD-8B5F-45D344B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05000"/>
            <a:ext cx="61531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120D52-2302-4C1E-87D2-D6C70FC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05000"/>
            <a:ext cx="615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3919CD-5260-4689-8F25-B99269C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6783C3-EDC3-428F-A850-22A9826B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56C64E-28A7-4545-B8C0-99EA3C1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55017F-07B1-4A7A-914B-4FC9B59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525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Upload module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5847ef2674598"/>
          <a:srcRect xmlns:a="http://schemas.openxmlformats.org/drawingml/2006/main" l="0" t="476" r="0" b="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2247900"/>
            <a:ext cx="6000750" cy="371475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4B0D10-FEF7-4986-8508-C306174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D9FEA6-9417-43C9-8AD5-AA88EA0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794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2D6B1-F4D8-4C91-835F-1056B88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757C9-1CEB-4AA7-B324-96F1967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EE863-68B4-4CFB-96E2-1ED11B67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47DD7-458B-4174-BF96-3D42532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F017-D6D4-4DBE-B800-149FDB4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07EA9-D114-454C-8C30-51C79E85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F50DF-54BE-47E8-9777-0658E5D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39DC7-36B0-481E-A833-B1C5082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7FF93-E902-4871-B370-A723DCD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0E0C-3D77-499C-82A8-698B8CC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66351-9758-4434-9638-0DBAB2C4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2CCF9-4F47-4927-AAB1-EA41802D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55CDF-F1DB-49F8-B2B2-435B32FF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01ABA-1BF6-4C90-AD30-953964AC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2046B-160D-47DA-9820-EFF55721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26FD0-6A7D-41C8-B209-1119065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94A0B-9513-4234-BB1E-8CD8053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8E8E3-077D-4D34-9167-D69D771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9AF7C-C20F-4A88-BB25-C0634D1D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4BCA2-0EFA-4D41-A876-DCE109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581C1-E686-4FA4-B7B4-9031D99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026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405DD-E307-4D9F-BC33-05F8647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2740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02 -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88946-6261-4D03-85B4-8ECA6629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Library е persisted evidence view, не просто gallery.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0115D-26D4-4AF7-90A6-F943CA0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Всеки ad record пази classification, marketing entities, OCR, transcript, frames, campaigns и related ads.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E1E4B-8236-4AFD-8909-AEFF8C8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7246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CC04B-E83B-4BB4-8F96-EDFC72B6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72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87C42-4DD5-4990-B3D2-A49892B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A5DDE-25CC-4B2C-BDF1-E254001B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410C3-8CBE-4ACF-BD6B-4C65141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B45D0-02FC-4B7A-B967-3ED92D9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57400"/>
            <a:ext cx="582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Library / About overview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eaf22c4474b76"/>
          <a:srcRect xmlns:a="http://schemas.openxmlformats.org/drawingml/2006/main" l="0" t="4087" r="0" b="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43150"/>
            <a:ext cx="6572250" cy="37719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82942-2102-4FE7-8A71-4FFDA94A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6838A-A8BA-4208-B090-147B2399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Core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CC410D-9A37-44F2-8E21-574781D1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searchable, timestamped ad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7641DF-1168-4110-8B5F-6FA0A473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131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EDCA7-DF2F-4BD1-9025-3907A8A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194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brand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B5000-B282-459F-A132-FAE31A0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entity extraction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1175F7-4910-453F-9A0E-94C4CB8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31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B67417-9D94-45B9-B2D4-3BDC1EB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194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category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C3A5BC-8BD2-42F1-A5DB-E2EAB44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52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taxonomy label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D1F44-F9B3-4FD6-931C-32A015D2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0050"/>
            <a:ext cx="131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76AD92-10CE-413A-A7AC-14F892CD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7486C0-25F7-4DF7-9232-5D506F43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frame + timestamp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9AD0E-0FE3-4B93-B37E-2DE8A974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31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A39F4C-11D0-48E7-9B2F-EE21D86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338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campaign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C4FC42-61D3-4F33-991C-70A9C8E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grouping 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1D57CF-DC4D-4514-8E1D-EEA306EF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78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Talking point: analyst can inspect why the model classified the ad, not only what it classified.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B0861A-1605-4210-A330-6BA8B20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D5B796-0EE2-4103-89FF-14915101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45987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4657F-6713-46BC-8C3F-3430F803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01FC-B20B-456A-964D-7F324490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99D20-5CFB-4711-8F97-D1E6149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6A83-AD39-46FC-82C6-CEC4B12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BADDF-4E64-4067-95B1-D24994D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F2D5E-C769-4A49-8115-F2E2DB7A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58F3A-5FD6-4383-92DE-AF470E8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68983-584F-4F27-A8F0-574B838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90AB-8920-42C0-AE67-7306938E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AEBE2-4868-4829-86C3-599F315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A4C0D-4009-41F4-B22F-7575302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676C5-8A92-4D38-BA37-EEFB4544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610F5-44A1-405B-BCD8-3A152E79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44FD1-1590-46CF-B7A3-0F7BA3A7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09B50-7640-4839-8559-B5937A13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9663E-E51A-4AB9-A9AD-3B9D2DB6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7FCE5-AA2E-4347-954A-13D7CF1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4377A-C16C-460F-A486-BB991EE9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4168B-7F95-4E14-AA87-E9B1895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997F9-5327-4C76-AD5E-A87F0D1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AA34F-DC2C-4EF6-8993-8B394FAF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43560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3316A-F03E-4EEC-A84C-A4682BF4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2070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03 -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9E949-615A-45AC-95F8-284301CC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Search комбинира exact words и semantic similarity.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AE98C-1AF4-4D25-883F-3490347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Резултатите могат да идват от keyword, text vector, visual vector или hybrid ranking.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5995C-CFAC-4F65-A8DE-06E702A9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70104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88478-5242-4EFE-9D95-A4AA474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8890E-E724-41E2-B16F-47FAE687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13198-3404-49B7-A35D-9AA29E8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ADD4C-53D7-4396-9967-1EC3266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379E6-8BCF-4EDF-9DC1-FD4F7382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19300"/>
            <a:ext cx="611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Search results - Jeep query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5b24b73514f12"/>
          <a:srcRect xmlns:a="http://schemas.openxmlformats.org/drawingml/2006/main" l="0" t="134" r="0" b="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05050"/>
            <a:ext cx="6858000" cy="38671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7BC61-44D2-45BF-B357-4DD2677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7813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D91B2-E613-40E5-AB09-48206FC7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Retrieval modes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FDD8F-7AA8-4A2D-9A8D-24B1B12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CE4235-7E09-4E7D-9C7F-6F6AD43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Keyword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A80D7-11A7-43C2-A591-E628977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FTS5 over brand, OCR, transcript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5F3E5C-AC42-422C-850D-6519A41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5F6580-44F4-4C63-BEA9-22C7D473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Text vector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82A878-C5DF-412D-9720-EA6A63E2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86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MiniLM semantic query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478A0-AD2A-4079-9E43-BF3B60ED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3CD52C-316E-4531-8C74-581B545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Visual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198E3-A8C8-4C2B-A44D-5BE5201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SigLIP 2 image/text space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2D82E8-6678-4860-85EF-F152FDA7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62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1A7695-C37A-483A-B690-36A1824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9600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Hybrid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CA0117-4238-49EF-9EA2-A43B799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RRF style fusion + rerank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399DCE-16CC-4F82-BB15-AB447D8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6730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Use case: find all SUV creatives, small disclaimers, price offers, campaign variants, or similar visuals.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F32D7C-9F7A-4BF0-9E29-651A793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AC2B54-F3AD-4409-AA05-ACCFC371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51043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E04EDC-CFC4-48C9-B1EC-D38FF58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A7EB3-5C6A-4228-9DBD-D618F5D7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F413A-7C82-4226-9BAC-609FF57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898AE-0092-4579-902C-39028993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89C31-BB89-463E-B7CD-7DB4A61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93154-FBC5-434B-9C38-124EE5C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2550A-1DB8-4276-803B-5309B942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7C33A-1C5E-4D10-B140-951897C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9E945-00B6-424B-8919-018123A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894AB-A52C-427F-80F1-6424CF4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FE890-F981-4E14-A7C9-442EF88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900AC-1FB8-478F-97B5-7393BC2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FA885-7B7E-433D-A9E6-1C4886D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E3779-382E-4604-8C2D-FFA702AE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D3113-68F1-4326-A3C9-8066C0C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78EB6-4319-48C9-9F5B-682045F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BE9B-FA0F-4DAB-BB5E-8E6155A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5CD19-D9E6-4085-96D8-E999336E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8433B-EB8C-42A9-8F8A-27ADECD8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7DDD6-70F6-4652-A8A5-90029615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FA549-949C-422F-9A15-340EC34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63677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41152-50EC-4790-BC3E-9DCE8C8E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4081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04 - CAMPAIGNS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0C043-F4FE-46DB-890A-FA899F0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Campaigns групира повторения, variants и creative reuse.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A6AA1-9200-425E-9900-DA9C12EF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Системата търси exact duplicates, near-duplicate frames и semantic similarity след embeddings.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88101-A567-4C83-B701-CABE7018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65341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D4698-BCC3-4120-B364-2FB6185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653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CF2C0-7C5B-4F5C-ADA4-C8A4AA29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34844-3C29-4D75-BD6B-9F3F8E26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62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C9DB27-3560-4138-89D9-1C3D7FD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7914D-218F-4E00-9E15-9203E014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Campaigns module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af942e5e5418b"/>
          <a:srcRect xmlns:a="http://schemas.openxmlformats.org/drawingml/2006/main" l="149" t="0" r="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2190750"/>
            <a:ext cx="6381750" cy="4000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DA927-6087-4A09-9395-937B396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DCD0E-F12C-4322-8E67-C0CD668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Какво носи това?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DABFF-0D04-4AE5-93C7-6E52152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Вместо отделни ads, екипът вижда campaign logic: продукт, offer, runtime, variants.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2EBCA-934C-4270-A25D-1A2C2DD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AA1B07-D9E3-4056-82BF-EEE4D1F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exact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4CCE76-73A2-4AE1-8848-2D43031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same upload hash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106B82-BB43-4399-B1E6-AAD8BDC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0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F449CC-CE44-409F-8F8E-CFC75085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33825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near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DDD791-A1AC-4EC5-A0F9-A000E9A0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pHash creative reuse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F3D32-075F-414D-8E2B-43AE58DC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561AF1-22D3-43C2-B618-CBA196D5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semantic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EC5A58-2BDD-4173-817A-7F20CDC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same campaign variants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1500A4-A8FC-4D17-BF85-6DADB0BD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E89E6-C09B-493A-A50F-0BC11C1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curated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09A053-F6B4-4F74-8669-5F79DB9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user assignments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37AC9E-8780-4DEA-A6B5-FFD63236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D26ED9-E469-495A-B9EF-22A361AA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73676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2F93A-7016-4778-A0B4-81BA56C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41B2F-A3E7-4F52-AB51-9F186278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1017-1812-490D-A5A9-6D6E4AD1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E6169-707E-4E5A-B87D-9C020BF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AEA1D-41B0-4E6F-A903-2993BFE8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E3E66-6B69-482C-87E7-D9CC36C2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D51A7-BA25-48D6-9A71-799653B9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29548-95BD-49E8-9932-FF4E01CB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6CDB5-9FEA-4A40-B530-BA6E8112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A3602-1520-45B0-B45D-86D4BF32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4F942-C484-4E69-AA98-AA1F6DF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1C7E2-A400-4BAB-9138-2CCEA086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CF30-0544-4452-89AD-A33C17C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2CAFE-FAB9-4DEA-83AF-EDEA38B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68820-6287-4226-8565-F87E260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3E93F-72AA-40FF-B2DB-37B2404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09F6B-BEB5-4253-B9E3-AAAD78B8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B532D-C6EB-41AE-8D17-573858E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8B2EA-72E7-419F-B614-DD0398B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7F209-731D-4FEF-B767-88D4A18A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78900-CE99-49A9-BB42-254384F7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0383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13F33-1EAA-4633-8167-4FA14A9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47523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05 - 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ED47A-A565-4FDD-B9A6-19AD03E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Embedding Space показва similarity като визуална карта.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937D0-ED70-4227-AD0A-A632D31D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Това е полезно за clusters, outliers, category territory и visual/text drift.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EA16E-2E95-4E0C-AA9A-7A32242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70485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06DAC-6A77-45BD-B45C-BB9A9B9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70C7B-F5D4-4227-8B87-FCC0A27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F2105-6744-41D8-B540-17ED684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79CDE-F501-489D-BBE7-877E7CC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F4282-6964-49AC-BDC4-C52DD3B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15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Embedding Space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99c06e5474b0e"/>
          <a:srcRect xmlns:a="http://schemas.openxmlformats.org/drawingml/2006/main" l="0" t="4917" r="0" b="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86000"/>
            <a:ext cx="6896100" cy="38862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08BBA-3080-4DD6-BFFE-EF4BD37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68EDC-4EC1-4022-9620-AAEF09B4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384d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00CA3-04BC-47DE-A6C2-00DCBC9D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MiniLM transcript + OCR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889A75-D681-412C-B164-82EBD3E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1C08C-6279-4713-8199-052DD580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BBF24"/>
                </a:solidFill>
                <a:latin typeface="Aptos Mono"/>
                <a:ea typeface="Aptos Mono"/>
                <a:cs typeface="Aptos Mono"/>
              </a:rPr>
              <a:t>768d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6C541B-CAEE-44D3-95EB-0A38C28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SigLIP 2 keyframe visuals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430FCC-A2B4-43EB-AD27-455EBEA2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FFCADE-A8BC-42D5-B308-70F92E7C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A552B5-953E-446B-80E6-1295B51A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2584CE-832B-49AA-B297-5CDE808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semantic search, visual queries, duplicate/campaign enrichment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298543-4643-4604-9EDB-F68DD9D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76850"/>
            <a:ext cx="255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128E8C-C608-4EC2-ABE3-32EE278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1020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map is not decoration - it exposes neighborhood structure.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0994BB-8897-4B99-96C7-1F0A622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5FD3AD-B91A-4657-A9A9-FA98B26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4084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2AD18-AC7C-423C-BA54-A6EE6591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C166D-E0C3-43BC-866C-3D17453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3D678-7DE8-4D07-98DB-FDEB6F3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D23DE-86BA-4F77-B9B4-164BD20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483F3-8A57-465B-8AEE-5D2657B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22F36-50F9-4A86-AD08-803C7C1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D4CCA-23A1-4609-8D09-413E4AF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F708B-4743-4B5C-BA42-8E64886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92465-E648-4BEF-B478-FE91F399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10B88-ADF2-40D9-8152-3063502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ECA98-1117-4F49-9D68-80CA33A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72FC9-C683-48DE-9B61-D994FB2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6D084-FE67-419E-98A0-7E1B7D8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0B8D0-3E4D-44C9-8804-8C7AEDC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38897-1D5C-40E0-BE6B-8EA308B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E26A1-4875-4518-9E2E-338A1394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07439-135B-4D53-97F1-C052E4D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FDAFC-8BCB-4FE2-8C2B-54EB3C7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72D02-F769-4752-BBF9-79BBB4B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E16A9-354E-45D5-8227-22F1873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4B2D9-E431-4C10-9A85-C9C8755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36855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E79A3-3EF5-42FB-9D32-5C22D36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1399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06 -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68C15-96B6-4143-BBC7-CBD0E82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Agent-ът задава въпроси към database-а, без да пише в него.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8B966-C6E7-43AC-A4D9-8992B86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Той е tool-calling loop: list/count/get/aggregate/search/vector tools, с audited sessions.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EB43A-FC7B-403F-A120-CDCB471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85950"/>
            <a:ext cx="61150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B3168-C3C7-4C43-9A1B-A2CC5A0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85950"/>
            <a:ext cx="611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D9D9C-8105-4282-BD1D-E46AA7DD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8FBE5-4F47-46F0-9A60-EB60AEA4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00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D3CC3-10BF-4E71-8230-5BB5F13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00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50725F-CC6A-40F8-8BCA-2CB6302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21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Agent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f96c02e284a76"/>
          <a:srcRect xmlns:a="http://schemas.openxmlformats.org/drawingml/2006/main" l="3200" t="0" r="32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2228850"/>
            <a:ext cx="5962650" cy="3981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E2B54A-70B3-4259-A016-67727D3A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90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9038C5-D203-4AB0-A216-B23C4CF7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Примери за въпроси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20B9D-9197-4697-B6AC-0DBFBBA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36D574-E205-4E65-95C7-2DBA7C3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97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Колко SUV ads имаме?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EA86B-801B-471B-9DEE-1BDAD68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07F4EE-3B06-4E96-BD6B-B65C8C78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97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Покажи urgency + price offers.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FB33E6-2FEA-46BB-84DB-B25F854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D0467B-BE05-4674-A74F-223E741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97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Compare two recent automotive ads.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7653C0-2536-4047-B203-B8A3325B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19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6DF978-11BF-4500-882B-927B0E51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297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Групирай по category и brand.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335734-D58A-457F-811C-FFF1D4C0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E001D0-EA1B-4F20-B826-B97E27B4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read-only DB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BCCD96-A0BE-4763-BC14-F157AA3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959708-2B38-4768-8860-80ED0343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5CF6"/>
                </a:solidFill>
                <a:latin typeface="Aptos Mono"/>
                <a:ea typeface="Aptos Mono"/>
                <a:cs typeface="Aptos Mono"/>
              </a:rPr>
              <a:t>tool calls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E86EBD-4F7D-4852-8AE5-314BC33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958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452919-4199-42C7-8595-9A8ABC8E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C2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C2FF"/>
                </a:solidFill>
                <a:latin typeface="Aptos Mono"/>
                <a:ea typeface="Aptos Mono"/>
                <a:cs typeface="Aptos Mono"/>
              </a:rPr>
              <a:t>citations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8D1D2-AAA7-4707-ABAB-D9CA0DF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95B18C-9F43-4868-A10E-724AF9F2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15205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36064F-9CCF-47B1-81EB-99C4D9A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705D5-D000-4DFB-AF0A-0A9A869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E6954-CC93-4166-9353-13EA4F2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D5A9-FB21-429A-A2C3-4D44701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98F14-6A9C-4FE4-A9F7-DA39C776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16563-C9B3-4D0B-BC6D-1C2988D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8D6A4-8802-42B3-980A-25AD6D43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6D7F7-C540-4E8E-8717-4241600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E7E3A-D4A1-4EFD-818B-CED7B869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D6A65-6419-4315-B8FB-9F1A980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825A9-E8BD-4463-A2EC-D50BFBB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9912D-AF06-4E96-AB0D-4E2C1E3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D51B8-4476-48CA-A3F4-D429BACE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F4E17-EC8C-4261-821D-57E7560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515DE-4970-4552-BCCE-CC1014A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8DEAC-DCCF-4617-BA2D-F44DDA2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DC428-BC48-46B7-B98D-B1CF609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263C9-7AE6-44D3-98C1-F5337D3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23DAA-C999-4256-9DD1-8F92F336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9A274-F073-4B5D-946B-E72D51F6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C3214-08AD-4146-A523-9A8BFD9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0383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B50F8-EB20-4636-9386-4A6F5CAB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147523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MODULE 07 -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FEB01-D6B0-4664-81D6-CA943300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Settings, Taxonomy и Jobs правят системата configurable и demo-safe.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393E9-DF25-493B-9159-E7A61777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Това е важно за live demos: routes, prompts, OCR, taxonomy, job recovery и visibility.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268A6-CE91-49C7-AB11-EF58A8B6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4057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EB23A-A132-4217-841E-12FE9C5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405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DBC94-2A16-4022-B8BE-68BABC0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FCBDA-1DA7-4CB5-8C3A-A71637AF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33E2B-5562-4F33-B670-A5C6FDB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06B836-F374-4CBA-93AC-6FFBEA2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Settings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690491eb8454b"/>
          <a:srcRect xmlns:a="http://schemas.openxmlformats.org/drawingml/2006/main" l="7292" t="0" r="7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81250"/>
            <a:ext cx="3905250" cy="2857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3409C-544C-4396-BBCA-87FBA980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4057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43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C5821-3065-4004-B910-D9636372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405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E0176E-FF87-4772-905A-C244FA83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3A3E5-34F2-4210-9919-06813B99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DD5E80-FBC9-4215-A547-12481854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9EAF87-1DF4-4438-B7B9-D0D758F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Taxonomy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d146244674c32"/>
          <a:srcRect xmlns:a="http://schemas.openxmlformats.org/drawingml/2006/main" l="7292" t="0" r="7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8700" y="2381250"/>
            <a:ext cx="3905250" cy="28575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E44BC9-AA2F-4165-9004-469AABD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4269F6-B2F3-4EA2-AEA6-DA8E4B59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Jobs &amp; Runtime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D1C984-E4D9-482F-A094-44F4E74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F0CFE3-C1EA-4F79-A9A7-961FE9ED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cleanup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ACE4AD-CD0E-4281-98AD-A1C9307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2CABF0-DCFA-4883-98DF-74DBE85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/ delete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A53CA-BABE-4330-952E-4101F50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37CDC-8342-487F-8CE7-FB3B074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failed job visibility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A69A4C-651B-4C10-BFED-8661DF7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019223-2F25-4030-AC10-EB87C67D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demo recovery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66F6AD-3CED-4EF4-A372-07FD3D7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26314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C78F56-27C5-4C1A-9EB5-C7FC26D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 surface: model routing, editable prompts, OCR/GLM-OCR config, taxonomy knowledge, and job state cleanup.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596DC9-666C-47B4-B371-64D4A67C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8690BE-850C-4446-B6D2-DCE1092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59084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0B152-B801-4A08-B332-5C8C9D3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63812-8D42-46CD-A4C0-04DBD4B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653A2-91F9-4278-9FCD-647C8B0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F1887-112D-453E-95DF-F6BC586D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D9F0B-182D-4DFB-AE66-5F82BC35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7E7EA-3459-4B87-96A7-57CF309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E2860-D2C4-472A-9B6F-D526F3CB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03B11-E5B4-49BD-B9B1-136FA92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14BCA-5918-4095-B9EB-43E7575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A17C5-9590-4D89-BDC0-5F60916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4CD2F-1118-430C-80DA-EDF2B62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8EB96-CC24-47D8-9890-A95D06B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1F85A-A1EA-48D2-990E-C55B303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5EC8B-1813-4637-809A-24C5D17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16E72-B361-402F-8630-2CE0A06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66277-C09B-4F90-A362-3F4F61E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33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17265-98EA-46AB-812A-E687696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3CAE5-D3E3-4002-88ED-7BABF4D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1406F-F32F-4AA5-A5A9-C0271670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A3CE2-787F-44B8-A9B9-8327B63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648A1-6BC3-4D53-B7F0-36A8D21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1673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29538-A22E-459D-9739-4E30C6CA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93878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6"/>
                </a:solidFill>
                <a:latin typeface="Aptos Mono"/>
                <a:ea typeface="Aptos Mono"/>
                <a:cs typeface="Aptos Mono"/>
              </a:rPr>
              <a:t>LIVE DEMO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9104C-7675-4628-BCEC-447FFE54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Най-добрият demo flow е upload -&gt; inspect -&gt; retrieve -&gt; ask.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7140A-7565-4BA5-830B-0981A0BE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Това показва и backend architecture, и реалната analyst value без да се влиза в твърде много setup детайли.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9D61F-B61A-43DE-ABC0-41A80F4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09F86-5921-46D1-B033-B801B080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F6047-645B-4EB4-8E7D-79E99F3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1. Upload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22BCA-A13E-4C84-9FAD-445832C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пусни clip и покажи stage 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C160C-1D72-4E49-8187-EE507C3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2448C-B670-49D3-B113-734EE35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9AD72-DE1E-4010-971A-9ACF4FF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72944-2C72-483E-BA54-097730F9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2. Inspect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E571F-BA57-4EEF-9502-7602EB4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classification, entities,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D98EA-E143-47CD-9959-53059C9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FE8B0-67F8-48AC-87B4-02A5001A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8427A-02B4-45A2-99AE-382844E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60F35D-B070-4136-B06E-FF0EA3C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33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3. Search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4A0652-824C-42D6-A2AA-16251878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Jeep/SUV/hybrid/visual examples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8BF17D-98ED-4012-BC3D-38C9259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8FDDE-2FF8-4DBD-8538-A65911D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1797C9-A87B-47D8-AF95-F7C22E1E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B20578-51AE-4B8C-9B60-A2C27CE4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33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4. Campaign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1082EB-ACFF-468C-9286-1DD31A2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194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variants + similarity + offer signals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955AD-8F44-4771-9330-61A08A8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7C46B-7B86-433A-B808-18FC3DBA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AC3B14-510E-4AA1-93B7-64BCEFF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96EFA6-9D28-4F98-87B8-DBA0480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33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5. Agent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B85103-70AD-41DF-8F23-5195557C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194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ask the database in plain language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7F0FAA-5E77-4DF2-AC0E-E2A00209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762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00D4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1355B1-5C5F-4D47-B668-20616AC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D4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D4A6"/>
                </a:solidFill>
                <a:latin typeface="Aptos"/>
                <a:ea typeface="Aptos"/>
                <a:cs typeface="Aptos"/>
              </a:rPr>
              <a:t>Какво вече демонстрираме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79B651-0C4F-47C5-B5A9-E60BE346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DDB65B-C3F1-448D-A8B0-1F840213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local-first pipeline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916D96-6FD0-4FDB-8FF0-B487C96F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E97039-DDC8-4B2A-8BAF-4FFF58BD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structured evidence and entities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553404-208D-4824-8FC5-5D6554B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1B0310-B5DE-460D-B78F-9080E74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hybrid retrieval and campaigns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10B65F-D249-4ED0-8CDC-A70B43F1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762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3F2B2F-D689-446B-9CEB-7802459F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Next steps за polish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57AD24-7888-4D57-8625-A70F1252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EB9B0E-0FEF-48C7-902E-D7831B7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more sample ads and benchmark runs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DEFF95-3319-4A9A-BC3B-C4C828F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D897B8-86F8-42D9-BA56-C0F49A1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0065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clearer install path for public repo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A81573-D7C8-40D0-A727-B910FB0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1BF0FF-EFF2-4F37-97B1-23C1D76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48300"/>
            <a:ext cx="392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demo prompts and prompt reset controls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73FC1D-7117-4A5B-A9F6-6847F2A3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ARGUS showcase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7382D9-E200-4F68-9CA1-364C8AB4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084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1836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2026-06-02T06:30:09.1710000Z</dcterms:created>
  <dcterms:modified xsi:type="dcterms:W3CDTF">2026-06-02T06:30:09.1710000Z</dcterms:modified>
</coreProperties>
</file>